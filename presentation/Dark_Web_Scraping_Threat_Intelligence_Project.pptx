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Dark Web Scraping for Cybersecurity and Threat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Defensive and Legal Monitoring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Dark Web Scraping?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Collection of data from Tor-hosted (.onion) websites</a:t>
            </a:r>
          </a:p>
          <a:p>
            <a:r>
              <a:t>Requires Tor browser/proxy instead of normal internet routing</a:t>
            </a:r>
          </a:p>
          <a:p>
            <a:r>
              <a:t>Useful for discovering early indicators of cyber threats</a:t>
            </a:r>
          </a:p>
          <a:p>
            <a:r>
              <a:t>Not indexed by traditional search engines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Organizations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defensive use cases</a:t>
            </a:r>
          </a:p>
          <a:p>
            <a:r>
              <a:t>Detect leaked credentials and exposed corporate data</a:t>
            </a:r>
          </a:p>
          <a:p>
            <a:r>
              <a:t>Track ransomware groups and threat actor chatter</a:t>
            </a:r>
          </a:p>
          <a:p>
            <a:r>
              <a:t>Identify attack trends and emerging TTPs early</a:t>
            </a:r>
          </a:p>
          <a:p>
            <a:r>
              <a:t>Support SOC, threat hunting, and incident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 (Implemented)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modules in this project</a:t>
            </a:r>
          </a:p>
          <a:p>
            <a:r>
              <a:t>Config Loader (YAML): target seeds, domain allowlist, limits</a:t>
            </a:r>
          </a:p>
          <a:p>
            <a:r>
              <a:t>Tor-aware HTTP Client: optional SOCKS proxy routing</a:t>
            </a:r>
          </a:p>
          <a:p>
            <a:r>
              <a:t>Crawler: controlled fetching with depth/page/time boundaries</a:t>
            </a:r>
          </a:p>
          <a:p>
            <a:r>
              <a:t>Parser: HTML extraction + indicator pattern matching</a:t>
            </a:r>
          </a:p>
          <a:p>
            <a:r>
              <a:t>Storage: SQLite tables for pages and indicators</a:t>
            </a:r>
          </a:p>
          <a:p>
            <a:r>
              <a:t>CLI Runner: executes end-to-end and prints run statistics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Start from approved seed URLs</a:t>
            </a:r>
          </a:p>
          <a:p>
            <a:r>
              <a:t>2) Fetch via Tor (if enabled) with request timeout</a:t>
            </a:r>
          </a:p>
          <a:p>
            <a:r>
              <a:t>3) Parse HTML, collect links, and extract indicators</a:t>
            </a:r>
          </a:p>
          <a:p>
            <a:r>
              <a:t>4) Enforce allowlist and crawl-depth restrictions</a:t>
            </a:r>
          </a:p>
          <a:p>
            <a:r>
              <a:t>5) Save output in SQLite for analyst review</a:t>
            </a:r>
          </a:p>
          <a:p>
            <a:r>
              <a:t>6) Generate metrics (visited, success, failed, indicators)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and legal concerns</a:t>
            </a:r>
          </a:p>
          <a:p>
            <a:r>
              <a:t>Legal/ethical boundaries must be clearly defined</a:t>
            </a:r>
          </a:p>
          <a:p>
            <a:r>
              <a:t>Malware exposure risk from hostile sites</a:t>
            </a:r>
          </a:p>
          <a:p>
            <a:r>
              <a:t>Fake/unreliable data and disinformation</a:t>
            </a:r>
          </a:p>
          <a:p>
            <a:r>
              <a:t>Slow and unstable connectivity over Tor</a:t>
            </a:r>
          </a:p>
          <a:p>
            <a:r>
              <a:t>Need for secure, isolated execution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Controls and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Recommended safeguards</a:t>
            </a:r>
          </a:p>
          <a:p>
            <a:r>
              <a:t>Use only authorized targets and documented legal approval</a:t>
            </a:r>
          </a:p>
          <a:p>
            <a:r>
              <a:t>Run in sandboxed VM/container with least privilege</a:t>
            </a:r>
          </a:p>
          <a:p>
            <a:r>
              <a:t>Maintain strict domain allowlist and crawl limits</a:t>
            </a:r>
          </a:p>
          <a:p>
            <a:r>
              <a:t>Store data securely and protect sensitive findings</a:t>
            </a:r>
          </a:p>
          <a:p>
            <a:r>
              <a:t>Review indicators before acting (human analyst validation)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Demo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Implementation status in this repository</a:t>
            </a:r>
          </a:p>
          <a:p>
            <a:r>
              <a:t>Dependencies installed successfully</a:t>
            </a:r>
          </a:p>
          <a:p>
            <a:r>
              <a:t>CLI execution completed with summary metrics</a:t>
            </a:r>
          </a:p>
          <a:p>
            <a:r>
              <a:t>SQLite database created at data/intel.db</a:t>
            </a:r>
          </a:p>
          <a:p>
            <a:r>
              <a:t>Ready for approved target configuration and reporting extensions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Dark web scraping can improve cyber threat visibility when used responsibly</a:t>
            </a:r>
          </a:p>
          <a:p>
            <a:r>
              <a:t>Strong value for threat intelligence and early warning</a:t>
            </a:r>
          </a:p>
          <a:p>
            <a:r>
              <a:t>Must be governed by legal, ethical, and operational controls</a:t>
            </a:r>
          </a:p>
          <a:p>
            <a:r>
              <a:t>This project provides a safe technical foundation for defensive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